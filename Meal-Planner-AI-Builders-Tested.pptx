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a1a877b53f4543" /><Relationship Type="http://schemas.openxmlformats.org/officeDocument/2006/relationships/extended-properties" Target="/docProps/app.xml" Id="Rf9dafa50c8184d0f" /><Relationship Type="http://schemas.openxmlformats.org/officeDocument/2006/relationships/officeDocument" Target="/ppt/presentation.xml" Id="Rc924738d9aed44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ae729199146ce"/>
  </p:sldMasterIdLst>
  <p:notesMasterIdLst>
    <p:notesMasterId xmlns:r="http://schemas.openxmlformats.org/officeDocument/2006/relationships" r:id="Rd12fa0af8f504cc7"/>
  </p:notesMasterIdLst>
  <p:sldIdLst>
    <p:sldId xmlns:r="http://schemas.openxmlformats.org/officeDocument/2006/relationships" id="256" r:id="R29af9460c70b4e36"/>
    <p:sldId xmlns:r="http://schemas.openxmlformats.org/officeDocument/2006/relationships" id="257" r:id="R456cc5ea98124e50"/>
    <p:sldId xmlns:r="http://schemas.openxmlformats.org/officeDocument/2006/relationships" id="258" r:id="R0232e012e6ce429e"/>
    <p:sldId xmlns:r="http://schemas.openxmlformats.org/officeDocument/2006/relationships" id="259" r:id="R3253a01366f9416f"/>
    <p:sldId xmlns:r="http://schemas.openxmlformats.org/officeDocument/2006/relationships" id="260" r:id="Ra2d69daf49c24d74"/>
    <p:sldId xmlns:r="http://schemas.openxmlformats.org/officeDocument/2006/relationships" id="261" r:id="Rc2a80acca38640b4"/>
    <p:sldId xmlns:r="http://schemas.openxmlformats.org/officeDocument/2006/relationships" id="262" r:id="R14051acc001e4048"/>
    <p:sldId xmlns:r="http://schemas.openxmlformats.org/officeDocument/2006/relationships" id="263" r:id="Re0a011353f7b4a0b"/>
    <p:sldId xmlns:r="http://schemas.openxmlformats.org/officeDocument/2006/relationships" id="264" r:id="Rc0c2ff35e29742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f9ba7cf42646af" /><Relationship Type="http://schemas.openxmlformats.org/officeDocument/2006/relationships/slideMaster" Target="/ppt/slideMasters/slideMaster1.xml" Id="R9d8ae729199146ce" /><Relationship Type="http://schemas.openxmlformats.org/officeDocument/2006/relationships/notesMaster" Target="/ppt/notesMasters/notesMaster1.xml" Id="Rd12fa0af8f504cc7" /><Relationship Type="http://schemas.openxmlformats.org/officeDocument/2006/relationships/presProps" Target="/ppt/presProps.xml" Id="R7bdaa65f33c04dd2" /><Relationship Type="http://schemas.openxmlformats.org/officeDocument/2006/relationships/tableStyles" Target="/ppt/tableStyles.xml" Id="R598c4caae0764c54" /><Relationship Type="http://schemas.openxmlformats.org/officeDocument/2006/relationships/slide" Target="/ppt/slides/slide1.xml" Id="R29af9460c70b4e36" /><Relationship Type="http://schemas.openxmlformats.org/officeDocument/2006/relationships/slide" Target="/ppt/slides/slide2.xml" Id="R456cc5ea98124e50" /><Relationship Type="http://schemas.openxmlformats.org/officeDocument/2006/relationships/slide" Target="/ppt/slides/slide3.xml" Id="R0232e012e6ce429e" /><Relationship Type="http://schemas.openxmlformats.org/officeDocument/2006/relationships/slide" Target="/ppt/slides/slide4.xml" Id="R3253a01366f9416f" /><Relationship Type="http://schemas.openxmlformats.org/officeDocument/2006/relationships/slide" Target="/ppt/slides/slide5.xml" Id="Ra2d69daf49c24d74" /><Relationship Type="http://schemas.openxmlformats.org/officeDocument/2006/relationships/slide" Target="/ppt/slides/slide6.xml" Id="Rc2a80acca38640b4" /><Relationship Type="http://schemas.openxmlformats.org/officeDocument/2006/relationships/slide" Target="/ppt/slides/slide7.xml" Id="R14051acc001e4048" /><Relationship Type="http://schemas.openxmlformats.org/officeDocument/2006/relationships/slide" Target="/ppt/slides/slide8.xml" Id="Re0a011353f7b4a0b" /><Relationship Type="http://schemas.openxmlformats.org/officeDocument/2006/relationships/slide" Target="/ppt/slides/slide9.xml" Id="Rc0c2ff35e29742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84e56d4bd443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712e53d41942fe" /><Relationship Type="http://schemas.openxmlformats.org/officeDocument/2006/relationships/notesMaster" Target="/ppt/notesMasters/notesMaster1.xml" Id="R41eb9eb2978a41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cb78a773340af" /><Relationship Type="http://schemas.openxmlformats.org/officeDocument/2006/relationships/notesMaster" Target="/ppt/notesMasters/notesMaster1.xml" Id="Ra6bb659c674b47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c20d29e7648eb" /><Relationship Type="http://schemas.openxmlformats.org/officeDocument/2006/relationships/notesMaster" Target="/ppt/notesMasters/notesMaster1.xml" Id="R7d773702bd7448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05cc3ceb9846ae" /><Relationship Type="http://schemas.openxmlformats.org/officeDocument/2006/relationships/notesMaster" Target="/ppt/notesMasters/notesMaster1.xml" Id="Rb42223670aa643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b4af64e8e442b9" /><Relationship Type="http://schemas.openxmlformats.org/officeDocument/2006/relationships/notesMaster" Target="/ppt/notesMasters/notesMaster1.xml" Id="R6348f68889c249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387aeaff44908" /><Relationship Type="http://schemas.openxmlformats.org/officeDocument/2006/relationships/notesMaster" Target="/ppt/notesMasters/notesMaster1.xml" Id="R36bf32876d5d4b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972ab671384257" /><Relationship Type="http://schemas.openxmlformats.org/officeDocument/2006/relationships/notesMaster" Target="/ppt/notesMasters/notesMaster1.xml" Id="R2e5434841321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ca3e97e7c64cb0" /><Relationship Type="http://schemas.openxmlformats.org/officeDocument/2006/relationships/notesMaster" Target="/ppt/notesMasters/notesMaster1.xml" Id="Rde4a8a44cb3044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2854a9cc6c4a6c" /><Relationship Type="http://schemas.openxmlformats.org/officeDocument/2006/relationships/notesMaster" Target="/ppt/notesMasters/notesMaster1.xml" Id="R007bb0b57d9944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behavior: Meal Planner V2. See the application README for implementation details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behavior: Meal Planner V2. See the application README for implementation details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behavior: Meal Planner V2. See the application README for implementation details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behavior: Meal Planner V2. See the application README for implementation details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Example: a recipe uses 200 g rice for two servings. Planning four servings requires 400 g. Subtracting 150 g in the pantry leaves 250 g to buy. Screenshot contains synthetic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behavior: Meal Planner V2. See the application README for implementation details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behavior: Meal Planner V2. See the application README for implementation details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behavior: Meal Planner V2. See the application README for implementation details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behavior: Meal Planner V2. See the application README for implementation details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848a7042047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b074feef34a1c" /><Relationship Type="http://schemas.openxmlformats.org/officeDocument/2006/relationships/slideLayout" Target="/ppt/slideLayouts/slideLayout1.xml" Id="Rcddab05f15fc4d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ab05f15fc4d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2b928a8a44eec" /><Relationship Type="http://schemas.openxmlformats.org/officeDocument/2006/relationships/notesSlide" Target="/ppt/notesSlides/notesSlide1.xml" Id="R3979dd2d02ba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303a1f1d54e1f" /><Relationship Type="http://schemas.openxmlformats.org/officeDocument/2006/relationships/notesSlide" Target="/ppt/notesSlides/notesSlide2.xml" Id="R696ff48246e141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6fb13f6ba4a5a" /><Relationship Type="http://schemas.openxmlformats.org/officeDocument/2006/relationships/notesSlide" Target="/ppt/notesSlides/notesSlide3.xml" Id="Rbf2bb7b2806149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b5379b0f741ce" /><Relationship Type="http://schemas.openxmlformats.org/officeDocument/2006/relationships/notesSlide" Target="/ppt/notesSlides/notesSlide4.xml" Id="R29f33122e6f345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ad47165ff43fc" /><Relationship Type="http://schemas.openxmlformats.org/officeDocument/2006/relationships/image" Target="/ppt/media/image.jpeg" Id="Ra3ed64be990d45c7" /><Relationship Type="http://schemas.openxmlformats.org/officeDocument/2006/relationships/notesSlide" Target="/ppt/notesSlides/notesSlide5.xml" Id="R067649cf577f4d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c4c9eafbb44d2" /><Relationship Type="http://schemas.openxmlformats.org/officeDocument/2006/relationships/notesSlide" Target="/ppt/notesSlides/notesSlide6.xml" Id="Rbd482cae550a44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137af64d741a0" /><Relationship Type="http://schemas.openxmlformats.org/officeDocument/2006/relationships/notesSlide" Target="/ppt/notesSlides/notesSlide7.xml" Id="R5acdd6f757fe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cfc6e988845ed" /><Relationship Type="http://schemas.openxmlformats.org/officeDocument/2006/relationships/notesSlide" Target="/ppt/notesSlides/notesSlide8.xml" Id="R5aac95f7a86e49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743f67d4041a0" /><Relationship Type="http://schemas.openxmlformats.org/officeDocument/2006/relationships/notesSlide" Target="/ppt/notesSlides/notesSlide9.xml" Id="R528b9a0bbae948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39471-E56E-4A9A-957E-A18ABCA5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15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15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Meal Planner 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A6A07-E149-428F-9ECC-4027462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Recipes, weekly plans, pantry and shopping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F33D8-0CDA-4E21-8CEE-AE193336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WebMCP agent access</a:t>
            </a:r>
          </a:p>
        </p:txBody>
      </p:sp>
    </p:spTree>
    <p:extLst>
      <p:ext uri="{BB962C8B-B14F-4D97-AF65-F5344CB8AC3E}">
        <p14:creationId xmlns:p14="http://schemas.microsoft.com/office/powerpoint/2010/main" val="169928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3AA35-54B4-43A8-A04D-7258F110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Weekly meal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74E2A-F27A-4C6C-845E-B696FC5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Breakfast, lunch and dinner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2A900-E9AD-4264-ADF1-1A13CB9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Assign a saved recipe to a date and meal slot. Set the number of servings for each meal.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F85DB-851F-4268-8C8B-A9723F1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Editable plans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47391-F094-4EDA-97E8-4DC926ED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Replace or remove meals without deleting saved recipes. Browse previous and upcoming weeks.</a:t>
            </a:r>
          </a:p>
        </p:txBody>
      </p:sp>
    </p:spTree>
    <p:extLst>
      <p:ext uri="{BB962C8B-B14F-4D97-AF65-F5344CB8AC3E}">
        <p14:creationId xmlns:p14="http://schemas.microsoft.com/office/powerpoint/2010/main" val="2064687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07BDA-662D-4945-8503-E337494D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Recipe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44BDD-0BA0-4DAA-AA29-762D9A1D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Ingredients and instructions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0AD3C-D37F-4242-938C-E4E11E1C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Save quantities, units, base servings, cooking times and ordered preparation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48E61-253F-4F86-8133-BE593040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Read and reuse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6F29A-22D7-417B-B05B-E29368AB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Open recipes without editing them. Use the same recipe in multiple meal slots.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D8096-D852-4AFD-9BAA-28C2AD47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Ingredient quantities scale to the planned serving count.</a:t>
            </a:r>
          </a:p>
        </p:txBody>
      </p:sp>
    </p:spTree>
    <p:extLst>
      <p:ext uri="{BB962C8B-B14F-4D97-AF65-F5344CB8AC3E}">
        <p14:creationId xmlns:p14="http://schemas.microsoft.com/office/powerpoint/2010/main" val="1500284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23874-ECC9-4C7E-968A-6E976758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Pantry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3F9E7-E1B7-4A5A-A2F2-00AF7A9E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Available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C3D1F-717F-4532-B529-FEBD6572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Record ingredients with a quantity and unit. Update stock or remove an item when it runs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396FC-2F7A-4DAD-B185-460F1DA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Shopping calculation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D855-40F2-4859-8848-E1568C16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Subtract matching pantry quantities from the ingredients required by planned meals.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A0668-0936-489A-8792-02F91910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Matching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25B10-3F18-40A7-9B5C-92C736F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Use consistent ingredient names and units. Pantry subtraction does not convert kg to g.</a:t>
            </a:r>
          </a:p>
        </p:txBody>
      </p:sp>
    </p:spTree>
    <p:extLst>
      <p:ext uri="{BB962C8B-B14F-4D97-AF65-F5344CB8AC3E}">
        <p14:creationId xmlns:p14="http://schemas.microsoft.com/office/powerpoint/2010/main" val="2070173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62ED4-1B33-45F5-9283-B8B9800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Shopping list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d64be990d45c7"/>
          <a:stretch xmlns:a="http://schemas.openxmlformats.org/drawingml/2006/main"/>
        </p:blipFill>
        <p:spPr>
          <a:xfrm xmlns:a="http://schemas.openxmlformats.org/drawingml/2006/main">
            <a:off x="1195510" y="1571625"/>
            <a:ext cx="6657731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EE460-D531-4E9D-B7C5-3E3549A1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250 g to buy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62186-4CBD-485D-8C46-3924CFE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400 g required</a:t>
            </a:r>
          </a:p>
          <a:p xmlns:a="http://schemas.openxmlformats.org/drawingml/2006/main">
            <a:pPr>
              <a:buNone/>
              <a:defRPr sz="202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150 g in pantry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55D86-A38B-4980-B43C-37D1AD38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291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Example data</a:t>
            </a:r>
          </a:p>
          <a:p xmlns:a="http://schemas.openxmlformats.org/drawingml/2006/main">
            <a:pPr>
              <a:buNone/>
              <a:defRPr sz="18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Synthetic prices</a:t>
            </a:r>
          </a:p>
        </p:txBody>
      </p:sp>
    </p:spTree>
    <p:extLst>
      <p:ext uri="{BB962C8B-B14F-4D97-AF65-F5344CB8AC3E}">
        <p14:creationId xmlns:p14="http://schemas.microsoft.com/office/powerpoint/2010/main" val="1128850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2AC51-ECC1-4953-8DEE-8DAB2889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Profile and preferences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DE8BD-B2C9-4CF1-9356-FCF28B91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Household and cooking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D9489-7774-4C22-854C-0F7C7BE7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Save household size, available equipment and maximum cooking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3EE54-2B29-4616-AD16-469C771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Diet and goals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A2612-460B-4127-BB94-B7CED35B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Record dietary restrictions, allergies, dislikes and planning goals for the agent to read.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D38CE-0422-4117-921D-13688741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B310C-FFF5-4AC9-BE76-FADD29AD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Save a weekly budget and currency. Preferences guide planning, not automatic safety checks.</a:t>
            </a:r>
          </a:p>
        </p:txBody>
      </p:sp>
    </p:spTree>
    <p:extLst>
      <p:ext uri="{BB962C8B-B14F-4D97-AF65-F5344CB8AC3E}">
        <p14:creationId xmlns:p14="http://schemas.microsoft.com/office/powerpoint/2010/main" val="1909716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84FDC-FF6D-4799-B6EB-14D0BAEF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Sources and price estimates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F85C-EACC-46DC-A36C-331BB77B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Recipe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C9CAB-83B5-4C9D-863B-38AF4B28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Save articles, videos and notes. Link a source to a recipe and open the original reference.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53324-C415-4984-844C-C4463B8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Price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D295B-2A0E-48AA-828B-5A0615AC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An external agent can research offers for a user-supplied location and save package prices.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DDFA8-3601-4FF8-9CA7-5F9714B4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Shopping estimates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E8DA3-334A-44BE-ACBD-392DC60D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Compare saved quotes and whole-package costs. Missing prices produce a partial estimate.</a:t>
            </a:r>
          </a:p>
        </p:txBody>
      </p:sp>
    </p:spTree>
    <p:extLst>
      <p:ext uri="{BB962C8B-B14F-4D97-AF65-F5344CB8AC3E}">
        <p14:creationId xmlns:p14="http://schemas.microsoft.com/office/powerpoint/2010/main" val="368971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1AF26-3DB0-4F3F-B52A-C914972E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WebMCP agent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93C47-A1AE-4D88-9E21-9A270792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25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0DA86-303E-4FBE-B9E5-CFAC3CD7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A compatible external agent can read and update recipes, plans, pantry, preferences and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91C1E-3452-421E-A8F4-20F9D775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Shared application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22C7C-734C-4AAB-B8A6-98EEC350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Agent changes appear in the same interface. The user can inspect and edit the resulting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820D4-2D2D-4689-90CD-7F2B00C2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External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98B2D-330B-4BF4-8351-CA589215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The website has no built-in chatbot. Agent use requires a compatible browser and agent.</a:t>
            </a:r>
          </a:p>
        </p:txBody>
      </p:sp>
    </p:spTree>
    <p:extLst>
      <p:ext uri="{BB962C8B-B14F-4D97-AF65-F5344CB8AC3E}">
        <p14:creationId xmlns:p14="http://schemas.microsoft.com/office/powerpoint/2010/main" val="1739245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ACAEE-70EE-4617-91F2-6BE43123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Local data and export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EA631-458B-4C82-B302-5B837326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Browser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E1E25-613E-4C10-A7B4-7A20BD3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Meal records remain in the current browser profile and site address. No application account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3F90F-D693-41D9-BE22-56633876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0F0F2"/>
                </a:solidFill>
                <a:latin typeface="Bitstream Charter"/>
                <a:ea typeface="Bitstream Charter"/>
                <a:cs typeface="Bitstream Charter"/>
              </a:rPr>
              <a:t>Core data 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B09DB-4102-4203-A55D-D8E30E0E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Export or import recipes, plans and pantry as JSON. Import replaces the current core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FB2DC-83C8-41FA-8EA7-8BF217C1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Sources, Profile and pricing are outside the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EAED5-9730-403A-93EF-CA6EEB41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9BBC5"/>
                </a:solidFill>
                <a:latin typeface="Bitstream Charter"/>
                <a:ea typeface="Bitstream Charter"/>
                <a:cs typeface="Bitstream Charter"/>
              </a:rPr>
              <a:t>No automatic device or tab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908990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2026-09-14T11:39:32.8790000Z</dcterms:created>
  <dcterms:modified xsi:type="dcterms:W3CDTF">2026-09-14T11:39:32.8790000Z</dcterms:modified>
</coreProperties>
</file>